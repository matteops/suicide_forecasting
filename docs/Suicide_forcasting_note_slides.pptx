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1A11-CA5A-B132-080D-6893C7F8F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93333-7C03-EBFE-519B-87FFE712A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56051-E90D-C5B3-8AE9-0A6B4A33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17837-76A3-FA4F-4788-DA6E69E4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C4D20-6BB0-6784-FF63-096EF435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3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8C0B6-D50A-E278-1641-24A208AD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04F3-AFDB-F861-9BDB-F73F9C980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A6C3F-C39D-48B8-F20B-586025E7F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63AC-2347-BE39-AAE7-69CFA565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9EAC5-96A3-C986-F15F-A4844CCA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1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9212-927D-E481-6BDD-1EE6E237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6E252-9C45-61AC-8E67-5C8EB14E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46E98-7779-7859-F446-544FB785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6F64D-BA5E-F8FB-EE87-DF82E87B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967F-2B3D-EC78-4BF5-CE1ECA8D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6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3DF9-71C5-40CC-7707-C80A84E98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47269-CAE2-821D-3179-2213E728E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16118-A415-4924-2AA1-19F21AA4D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7296E-3407-7324-07A7-6DAD961A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C9B1B-1EBC-2D07-2128-2C0A8ABD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4F065-AB75-2392-0F61-FF438186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44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B73A-92A4-7E84-0B1D-63B0A7EA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29544-DB1C-FA41-08F1-692DDD01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C1891-1F33-5B03-4CA3-B55A816AF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ADE0F-80C7-73C7-63A3-19F1AE81D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0E6CF-3E18-02B3-D174-D8299EFE2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6F4B5-8A6F-B907-B352-7B1A6D1B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8FA91-F767-9E17-7519-6B265B3B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7D099-39E4-1674-B815-313365C5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1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9087-1BC5-6641-D4C6-DFEED13C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F7FD5-BCF1-B1DA-4C19-31F991BA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DAADF-05EC-D87D-C9CC-FD35EC5C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1EB-56B3-B6A6-81A0-2EA62F2B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8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EEB89-B167-BFE5-5358-82DBAEC4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3D871-9BBC-BC87-813E-2433FE56A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0CB37-820C-01A5-3CDC-D06220D9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B6D4-5324-733C-589D-AACF1B63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7BCC-5D25-D9D6-DD32-E1363DFD6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57661-D460-27CE-5F62-94B1C7019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6867A-03DA-C0C0-1B24-51DA48FA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7DE23-B665-1C88-2F0A-F80BB05D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2E0F1-A045-F20D-8007-D3C5071D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9709-6FCC-1CBC-0DD6-2AF16C6A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EB19E-5E54-B1FD-237F-37B09A5B8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E3457-ABAB-4899-C3CF-B0BDA130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8766F-4A34-D526-409B-27B5FB102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44BAB-8D37-10B3-39CE-E889B50B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9456F-3B51-228B-2D6B-82B9A40F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8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B7B9-AA0D-2129-AF75-ACDA18BF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FC112-7155-A489-260C-E862784B1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02CFE-BFCD-F2EE-8CBC-5AC6C649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3CC15-20E9-126E-E4A7-B01B5800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1B4B8-B636-BF44-936E-D7A1D1D8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50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42D92A-0BB6-1B70-0448-3663F0B3D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74A07-E7D3-A80F-1210-60986E265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E73B4-3D5E-72F7-28A1-6E9F2853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C335B-BEC9-BB09-F044-F2AD801E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657F4-2CFA-2B48-CFE0-C3168FD7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0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250320-E35C-081E-BA3F-CF0E86D8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69BE8-6B10-EE96-8E24-F6363C9E9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99DAA-2E0D-FC54-63A3-1950B9866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D3263-2354-CD44-9F4E-309523F734AC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C2412-5609-54FB-FDBC-F75138ECC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EE48F-CCB4-0E13-0464-D89C7D7A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B584A-920F-B94A-B003-C311EB45E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6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6684-8455-1AAD-EEF5-8F5CCAFED3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8D501-D31A-31DE-2BAA-C6726B40F8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09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Perini</dc:creator>
  <cp:lastModifiedBy>Matteo Perini</cp:lastModifiedBy>
  <cp:revision>1</cp:revision>
  <dcterms:created xsi:type="dcterms:W3CDTF">2026-06-03T16:34:27Z</dcterms:created>
  <dcterms:modified xsi:type="dcterms:W3CDTF">2026-06-03T16:35:02Z</dcterms:modified>
</cp:coreProperties>
</file>